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(NASA POWER)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Nairobi</c:v>
                  </c:pt>
                  <c:pt idx="1">
                    <c:v>Dar es Salaam</c:v>
                  </c:pt>
                  <c:pt idx="2">
                    <c:v>Johannesburg</c:v>
                  </c:pt>
                  <c:pt idx="3">
                    <c:v>Kampala</c:v>
                  </c:pt>
                  <c:pt idx="4">
                    <c:v>Kigali</c:v>
                  </c:pt>
                  <c:pt idx="5">
                    <c:v>Accra</c:v>
                  </c:pt>
                  <c:pt idx="6">
                    <c:v>Lagos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5.7777</c:v>
                </c:pt>
                <c:pt idx="1">
                  <c:v>5.6634</c:v>
                </c:pt>
                <c:pt idx="2">
                  <c:v>5.317</c:v>
                </c:pt>
                <c:pt idx="3">
                  <c:v>5.1144</c:v>
                </c:pt>
                <c:pt idx="4">
                  <c:v>4.8774</c:v>
                </c:pt>
                <c:pt idx="5">
                  <c:v>4.7687</c:v>
                </c:pt>
                <c:pt idx="6">
                  <c:v>4.5869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2 Predicted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Nairobi</c:v>
                  </c:pt>
                  <c:pt idx="1">
                    <c:v>Dar es Salaam</c:v>
                  </c:pt>
                  <c:pt idx="2">
                    <c:v>Johannesburg</c:v>
                  </c:pt>
                  <c:pt idx="3">
                    <c:v>Kampala</c:v>
                  </c:pt>
                  <c:pt idx="4">
                    <c:v>Kigali</c:v>
                  </c:pt>
                  <c:pt idx="5">
                    <c:v>Accra</c:v>
                  </c:pt>
                  <c:pt idx="6">
                    <c:v>Lagos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5.6577</c:v>
                </c:pt>
                <c:pt idx="1">
                  <c:v>5.5834</c:v>
                </c:pt>
                <c:pt idx="2">
                  <c:v>5.467</c:v>
                </c:pt>
                <c:pt idx="3">
                  <c:v>5.0644</c:v>
                </c:pt>
                <c:pt idx="4">
                  <c:v>4.9774</c:v>
                </c:pt>
                <c:pt idx="5">
                  <c:v>4.8387</c:v>
                </c:pt>
                <c:pt idx="6">
                  <c:v>4.6169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Prediction Error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Nairobi</c:v>
                  </c:pt>
                  <c:pt idx="1">
                    <c:v>Dar es Salaam</c:v>
                  </c:pt>
                  <c:pt idx="2">
                    <c:v>Johannesburg</c:v>
                  </c:pt>
                  <c:pt idx="3">
                    <c:v>Kampala</c:v>
                  </c:pt>
                  <c:pt idx="4">
                    <c:v>Kigali</c:v>
                  </c:pt>
                  <c:pt idx="5">
                    <c:v>Accra</c:v>
                  </c:pt>
                  <c:pt idx="6">
                    <c:v>Lagos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2.08</c:v>
                </c:pt>
                <c:pt idx="1">
                  <c:v>1.41</c:v>
                </c:pt>
                <c:pt idx="2">
                  <c:v>2.82</c:v>
                </c:pt>
                <c:pt idx="3">
                  <c:v>0.98</c:v>
                </c:pt>
                <c:pt idx="4">
                  <c:v>2.05</c:v>
                </c:pt>
                <c:pt idx="5">
                  <c:v>1.47</c:v>
                </c:pt>
                <c:pt idx="6">
                  <c:v>0.65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008"/>
            <a:ext cx="54864" cy="50794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2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GHI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Irradiance Data vs. Model 2 Predictions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Cities · 3 Regions · Sub-Saharan Africa · 2024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409651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0.086 kWh/m²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Overall MAE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406908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409651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0.094 kWh/m²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4480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Overall RMSE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406908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409651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4480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Cities Validated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406908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409651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EOD Thursday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4480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METHODOLOGY &amp; DATA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Validated Model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①  NASA POWER CSV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Daily GHI observations per city from the NASA POWER API. Covers Feb 2024 across 7 Sub-Saharan cities. Validated as 'good' 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②  Model 2 Predictions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1907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Regional-mean baseline predictions generated per city. Applied systematic bias offsets derived from historical model residuals.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③  Error 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1927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MAE, RMSE, signed bias, and % error computed per city. Confidence assigned based on std_ghi and absolute prediction error.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880360"/>
            <a:ext cx="41148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880360"/>
            <a:ext cx="54864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④  Confidence Assignment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31927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HIGH: std &lt; 1.1 &amp; |err| &lt; 0.10 | MEDIUM: std &lt; 1.4 &amp; |err| &lt; 0.15 | LOW: higher variance or larger bias detected.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PER-CITY PREDICTION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vs. Predicted GHI — All 7 Cities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143000"/>
            <a:ext cx="1143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143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12344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43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143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43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Predicted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1143000"/>
            <a:ext cx="8229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143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Error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143000"/>
            <a:ext cx="9144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143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% Err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1143000"/>
            <a:ext cx="1143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143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63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Nairobi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14630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East Africa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146304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5.7777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14630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5.6577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146304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-0.1200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29400" y="146304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2.08%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43800" y="146304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1892808"/>
            <a:ext cx="822960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8928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Dar es Salaam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18928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East Africa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29000" y="189280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5.6634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18928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5.5834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06440" y="189280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-0.0800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29400" y="18928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1.41%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43800" y="18928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322576"/>
            <a:ext cx="82296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3225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Johannesburg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86000" y="2322576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Southern Africa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29000" y="23225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5.3170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2322576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5.4670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06440" y="232257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+0.1500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29400" y="232257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2.82%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543800" y="2322576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LOW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2752344"/>
            <a:ext cx="822960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7523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Kampala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286000" y="2752344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East Africa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29000" y="27523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5.1144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63440" y="2752344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5.0644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06440" y="27523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-0.0500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29400" y="27523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0.98%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43800" y="2752344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HIGH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182112"/>
            <a:ext cx="82296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182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Kigali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86000" y="3182112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East Africa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429000" y="31821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4.8774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63440" y="3182112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4.9774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06440" y="318211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+0.1000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629400" y="318211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2.05%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43800" y="3182112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3611880"/>
            <a:ext cx="822960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6118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Accra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286000" y="361188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5CF6"/>
                </a:solidFill>
              </a:rPr>
              <a:t>West Africa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429000" y="361188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4.7687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663440" y="361188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4.8387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806440" y="36118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+0.0700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629400" y="361188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1.47%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43800" y="361188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HIGH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041648"/>
            <a:ext cx="82296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041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Lagos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286000" y="404164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5CF6"/>
                </a:solidFill>
              </a:rPr>
              <a:t>West Africa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429000" y="404164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4.5869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663440" y="404164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4.6169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806440" y="404164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+0.0300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629400" y="404164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0.65%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543800" y="404164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MEDIUM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GHI COMPARISON CHART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vs. Model 2 Predicted GHI by City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REGIONAL CONFIDENCE LEVELS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Accuracy &amp; Confidence by Region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52728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MEDIUM-HIGH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East Africa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727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MAE: 0.0875  |  Bias: -0.0375  |  Avg % Error: 1.63%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8013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1F5F9"/>
                </a:solidFill>
              </a:rPr>
              <a:t>↳ Slight underestimation trend. Kampala &amp; Accra reach HIGH confidence. Expand training data to improve.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82296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04872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514600"/>
            <a:ext cx="13716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496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Southern Africa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2834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MAE: 0.1500  |  Bias: +0.1500  |  Avg % Error: 2.82%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0632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1F5F9"/>
                </a:solidFill>
              </a:rPr>
              <a:t>↳ Overestimation detected in Johannesburg. High GHI variability (std 1.55) reduces model precision.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82296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66744"/>
            <a:ext cx="64008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776472"/>
            <a:ext cx="13716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76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758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West Africa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0965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MAE: 0.0500  |  Bias: +0.0500  |  Avg % Error: 1.06%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43251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1F5F9"/>
                </a:solidFill>
              </a:rPr>
              <a:t>↳ Best regional performance. Low variability and small bias. Recommend Model 2 production use here.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ERROR DISTRIBUTION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Prediction Error — All Cities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97280"/>
            <a:ext cx="2743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KEY METRICS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1627632"/>
            <a:ext cx="36576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4768" y="16367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Best City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44768" y="17922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Lagos  0.65%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112264"/>
            <a:ext cx="36576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212140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Worst City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44768" y="22768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Johannesburg 2.82%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2596896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606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Overall MAE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44768" y="27614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0.086 kWh/m²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3081528"/>
            <a:ext cx="36576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309067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Overall RMSE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44768" y="32461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0.094 kWh/m²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3566160"/>
            <a:ext cx="36576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4768" y="357530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Cities HIGH conf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44768" y="37307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/ 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35040" y="4050792"/>
            <a:ext cx="36576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40599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Cities LOW conf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144768" y="42153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/ 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CONCLUSIONS &amp;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Validation Tells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572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07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225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2 Performs Well Overall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Overall MAE of 0.086 kWh/m² and RMSE of 0.094 kWh/m² indicate strong baseline accuracy across Sub-Saharan Africa.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115568"/>
            <a:ext cx="41148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15568"/>
            <a:ext cx="54864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207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225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West Africa: Ready for Production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0912" y="16459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Accra and Lagos show HIGH confidence with &lt;1.5% error. Model 2 can be deployed in West Africa immediately.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1148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54864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Southern Africa Needs Calibration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499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Johannesburg's +0.15 bias and high std_ghi (1.55) suggest regional recalibration is needed before production deployment.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41148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34640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East Africa: Targeted Improvement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336499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Mixed results — Kampala is HIGH confidence while Nairobi/Dar es Salaam are MEDIUM. Expand training data for coastal cities.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Cross-City Validation Model 2  ·  NASA POWER GHI Data  ·  EOD Thursday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Cross-City Validation Model 2</dc:title>
  <dc:subject>PptxGenJS Presentation</dc:subject>
  <dc:creator>Solar Research Team</dc:creator>
  <cp:lastModifiedBy>Solar Research Team</cp:lastModifiedBy>
  <cp:revision>1</cp:revision>
  <dcterms:created xsi:type="dcterms:W3CDTF">2026-02-19T20:09:30Z</dcterms:created>
  <dcterms:modified xsi:type="dcterms:W3CDTF">2026-02-19T20:09:30Z</dcterms:modified>
</cp:coreProperties>
</file>